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6"/>
  </p:notesMasterIdLst>
  <p:sldIdLst>
    <p:sldId id="275" r:id="rId2"/>
    <p:sldId id="334" r:id="rId3"/>
    <p:sldId id="335" r:id="rId4"/>
    <p:sldId id="336" r:id="rId5"/>
    <p:sldId id="337" r:id="rId6"/>
    <p:sldId id="338" r:id="rId7"/>
    <p:sldId id="339" r:id="rId8"/>
    <p:sldId id="340" r:id="rId9"/>
    <p:sldId id="341" r:id="rId10"/>
    <p:sldId id="342" r:id="rId11"/>
    <p:sldId id="343" r:id="rId12"/>
    <p:sldId id="344" r:id="rId13"/>
    <p:sldId id="345" r:id="rId14"/>
    <p:sldId id="274" r:id="rId1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000000"/>
          </p15:clr>
        </p15:guide>
        <p15:guide id="2" pos="3877" userDrawn="1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1" d="100"/>
          <a:sy n="91" d="100"/>
        </p:scale>
        <p:origin x="341" y="58"/>
      </p:cViewPr>
      <p:guideLst>
        <p:guide orient="horz" pos="2160"/>
        <p:guide pos="387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viya V" userId="90fff63eb8b83aa1" providerId="LiveId" clId="{83088EA5-87EC-43DD-B505-7C5D9175AD63}"/>
    <pc:docChg chg="undo custSel addSld delSld modSld">
      <pc:chgData name="Kaviya V" userId="90fff63eb8b83aa1" providerId="LiveId" clId="{83088EA5-87EC-43DD-B505-7C5D9175AD63}" dt="2026-10-24T04:18:46.111" v="133" actId="20577"/>
      <pc:docMkLst>
        <pc:docMk/>
      </pc:docMkLst>
      <pc:sldChg chg="addSp delSp modSp mod">
        <pc:chgData name="Kaviya V" userId="90fff63eb8b83aa1" providerId="LiveId" clId="{83088EA5-87EC-43DD-B505-7C5D9175AD63}" dt="2026-10-24T04:15:42.972" v="91" actId="478"/>
        <pc:sldMkLst>
          <pc:docMk/>
          <pc:sldMk cId="0" sldId="257"/>
        </pc:sldMkLst>
        <pc:spChg chg="add del mod">
          <ac:chgData name="Kaviya V" userId="90fff63eb8b83aa1" providerId="LiveId" clId="{83088EA5-87EC-43DD-B505-7C5D9175AD63}" dt="2026-10-24T04:15:41.564" v="90" actId="478"/>
          <ac:spMkLst>
            <pc:docMk/>
            <pc:sldMk cId="0" sldId="257"/>
            <ac:spMk id="3" creationId="{4000B125-A760-29C6-7CCB-D366AD44751C}"/>
          </ac:spMkLst>
        </pc:spChg>
        <pc:spChg chg="del">
          <ac:chgData name="Kaviya V" userId="90fff63eb8b83aa1" providerId="LiveId" clId="{83088EA5-87EC-43DD-B505-7C5D9175AD63}" dt="2026-10-24T04:15:37.617" v="89" actId="478"/>
          <ac:spMkLst>
            <pc:docMk/>
            <pc:sldMk cId="0" sldId="257"/>
            <ac:spMk id="95" creationId="{00000000-0000-0000-0000-000000000000}"/>
          </ac:spMkLst>
        </pc:spChg>
        <pc:picChg chg="del">
          <ac:chgData name="Kaviya V" userId="90fff63eb8b83aa1" providerId="LiveId" clId="{83088EA5-87EC-43DD-B505-7C5D9175AD63}" dt="2026-10-24T04:15:42.972" v="91" actId="478"/>
          <ac:picMkLst>
            <pc:docMk/>
            <pc:sldMk cId="0" sldId="257"/>
            <ac:picMk id="4" creationId="{74192FD0-34F8-0407-4FF0-C3E2CB1ED584}"/>
          </ac:picMkLst>
        </pc:picChg>
      </pc:sldChg>
      <pc:sldChg chg="delSp modSp mod">
        <pc:chgData name="Kaviya V" userId="90fff63eb8b83aa1" providerId="LiveId" clId="{83088EA5-87EC-43DD-B505-7C5D9175AD63}" dt="2026-10-24T04:15:25.321" v="85" actId="478"/>
        <pc:sldMkLst>
          <pc:docMk/>
          <pc:sldMk cId="0" sldId="259"/>
        </pc:sldMkLst>
        <pc:spChg chg="del mod">
          <ac:chgData name="Kaviya V" userId="90fff63eb8b83aa1" providerId="LiveId" clId="{83088EA5-87EC-43DD-B505-7C5D9175AD63}" dt="2026-10-24T04:15:25.321" v="85" actId="478"/>
          <ac:spMkLst>
            <pc:docMk/>
            <pc:sldMk cId="0" sldId="259"/>
            <ac:spMk id="116" creationId="{00000000-0000-0000-0000-000000000000}"/>
          </ac:spMkLst>
        </pc:spChg>
        <pc:picChg chg="del">
          <ac:chgData name="Kaviya V" userId="90fff63eb8b83aa1" providerId="LiveId" clId="{83088EA5-87EC-43DD-B505-7C5D9175AD63}" dt="2026-10-24T04:15:22.905" v="84" actId="478"/>
          <ac:picMkLst>
            <pc:docMk/>
            <pc:sldMk cId="0" sldId="259"/>
            <ac:picMk id="3" creationId="{0B1D5F48-A1E1-2A44-CF09-BCB22B55923A}"/>
          </ac:picMkLst>
        </pc:picChg>
      </pc:sldChg>
      <pc:sldChg chg="modSp mod">
        <pc:chgData name="Kaviya V" userId="90fff63eb8b83aa1" providerId="LiveId" clId="{83088EA5-87EC-43DD-B505-7C5D9175AD63}" dt="2026-10-24T04:15:14.984" v="81" actId="20577"/>
        <pc:sldMkLst>
          <pc:docMk/>
          <pc:sldMk cId="0" sldId="275"/>
        </pc:sldMkLst>
        <pc:spChg chg="mod">
          <ac:chgData name="Kaviya V" userId="90fff63eb8b83aa1" providerId="LiveId" clId="{83088EA5-87EC-43DD-B505-7C5D9175AD63}" dt="2026-10-24T04:14:46.141" v="53" actId="20577"/>
          <ac:spMkLst>
            <pc:docMk/>
            <pc:sldMk cId="0" sldId="275"/>
            <ac:spMk id="88" creationId="{00000000-0000-0000-0000-000000000000}"/>
          </ac:spMkLst>
        </pc:spChg>
        <pc:spChg chg="mod">
          <ac:chgData name="Kaviya V" userId="90fff63eb8b83aa1" providerId="LiveId" clId="{83088EA5-87EC-43DD-B505-7C5D9175AD63}" dt="2026-10-24T04:15:14.984" v="81" actId="20577"/>
          <ac:spMkLst>
            <pc:docMk/>
            <pc:sldMk cId="0" sldId="275"/>
            <ac:spMk id="92" creationId="{00000000-0000-0000-0000-000000000000}"/>
          </ac:spMkLst>
        </pc:spChg>
        <pc:spChg chg="mod">
          <ac:chgData name="Kaviya V" userId="90fff63eb8b83aa1" providerId="LiveId" clId="{83088EA5-87EC-43DD-B505-7C5D9175AD63}" dt="2026-10-24T04:14:59.454" v="67" actId="20577"/>
          <ac:spMkLst>
            <pc:docMk/>
            <pc:sldMk cId="0" sldId="275"/>
            <ac:spMk id="94" creationId="{00000000-0000-0000-0000-000000000000}"/>
          </ac:spMkLst>
        </pc:spChg>
      </pc:sldChg>
      <pc:sldChg chg="delSp modSp mod">
        <pc:chgData name="Kaviya V" userId="90fff63eb8b83aa1" providerId="LiveId" clId="{83088EA5-87EC-43DD-B505-7C5D9175AD63}" dt="2026-10-24T04:15:33.741" v="88" actId="478"/>
        <pc:sldMkLst>
          <pc:docMk/>
          <pc:sldMk cId="0" sldId="276"/>
        </pc:sldMkLst>
        <pc:spChg chg="del mod">
          <ac:chgData name="Kaviya V" userId="90fff63eb8b83aa1" providerId="LiveId" clId="{83088EA5-87EC-43DD-B505-7C5D9175AD63}" dt="2026-10-24T04:15:32.297" v="87" actId="478"/>
          <ac:spMkLst>
            <pc:docMk/>
            <pc:sldMk cId="0" sldId="276"/>
            <ac:spMk id="4" creationId="{00000000-0000-0000-0000-000000000000}"/>
          </ac:spMkLst>
        </pc:spChg>
        <pc:picChg chg="del">
          <ac:chgData name="Kaviya V" userId="90fff63eb8b83aa1" providerId="LiveId" clId="{83088EA5-87EC-43DD-B505-7C5D9175AD63}" dt="2026-10-24T04:15:33.741" v="88" actId="478"/>
          <ac:picMkLst>
            <pc:docMk/>
            <pc:sldMk cId="0" sldId="276"/>
            <ac:picMk id="6" creationId="{1CADE96E-8F7F-DD53-D361-6DF5F77D58C0}"/>
          </ac:picMkLst>
        </pc:picChg>
      </pc:sldChg>
      <pc:sldChg chg="addSp delSp modSp mod">
        <pc:chgData name="Kaviya V" userId="90fff63eb8b83aa1" providerId="LiveId" clId="{83088EA5-87EC-43DD-B505-7C5D9175AD63}" dt="2026-10-24T04:18:02.134" v="121" actId="20577"/>
        <pc:sldMkLst>
          <pc:docMk/>
          <pc:sldMk cId="0" sldId="293"/>
        </pc:sldMkLst>
        <pc:spChg chg="mod">
          <ac:chgData name="Kaviya V" userId="90fff63eb8b83aa1" providerId="LiveId" clId="{83088EA5-87EC-43DD-B505-7C5D9175AD63}" dt="2026-10-24T04:18:02.134" v="121" actId="20577"/>
          <ac:spMkLst>
            <pc:docMk/>
            <pc:sldMk cId="0" sldId="293"/>
            <ac:spMk id="2" creationId="{00000000-0000-0000-0000-000000000000}"/>
          </ac:spMkLst>
        </pc:spChg>
        <pc:spChg chg="del">
          <ac:chgData name="Kaviya V" userId="90fff63eb8b83aa1" providerId="LiveId" clId="{83088EA5-87EC-43DD-B505-7C5D9175AD63}" dt="2026-10-24T04:17:58.040" v="120" actId="478"/>
          <ac:spMkLst>
            <pc:docMk/>
            <pc:sldMk cId="0" sldId="293"/>
            <ac:spMk id="3" creationId="{00000000-0000-0000-0000-000000000000}"/>
          </ac:spMkLst>
        </pc:spChg>
        <pc:spChg chg="add mod">
          <ac:chgData name="Kaviya V" userId="90fff63eb8b83aa1" providerId="LiveId" clId="{83088EA5-87EC-43DD-B505-7C5D9175AD63}" dt="2026-10-24T04:17:58.040" v="120" actId="478"/>
          <ac:spMkLst>
            <pc:docMk/>
            <pc:sldMk cId="0" sldId="293"/>
            <ac:spMk id="5" creationId="{04292CCF-33BD-DB29-F5AE-6D8C25BBCAF7}"/>
          </ac:spMkLst>
        </pc:spChg>
      </pc:sldChg>
      <pc:sldChg chg="addSp delSp modSp mod">
        <pc:chgData name="Kaviya V" userId="90fff63eb8b83aa1" providerId="LiveId" clId="{83088EA5-87EC-43DD-B505-7C5D9175AD63}" dt="2026-10-24T04:17:53.447" v="119" actId="27636"/>
        <pc:sldMkLst>
          <pc:docMk/>
          <pc:sldMk cId="0" sldId="294"/>
        </pc:sldMkLst>
        <pc:spChg chg="mod">
          <ac:chgData name="Kaviya V" userId="90fff63eb8b83aa1" providerId="LiveId" clId="{83088EA5-87EC-43DD-B505-7C5D9175AD63}" dt="2026-10-24T04:17:53.447" v="119" actId="27636"/>
          <ac:spMkLst>
            <pc:docMk/>
            <pc:sldMk cId="0" sldId="294"/>
            <ac:spMk id="2" creationId="{00000000-0000-0000-0000-000000000000}"/>
          </ac:spMkLst>
        </pc:spChg>
        <pc:spChg chg="del mod">
          <ac:chgData name="Kaviya V" userId="90fff63eb8b83aa1" providerId="LiveId" clId="{83088EA5-87EC-43DD-B505-7C5D9175AD63}" dt="2026-10-24T04:17:49.983" v="117" actId="478"/>
          <ac:spMkLst>
            <pc:docMk/>
            <pc:sldMk cId="0" sldId="294"/>
            <ac:spMk id="3" creationId="{00000000-0000-0000-0000-000000000000}"/>
          </ac:spMkLst>
        </pc:spChg>
        <pc:spChg chg="add mod">
          <ac:chgData name="Kaviya V" userId="90fff63eb8b83aa1" providerId="LiveId" clId="{83088EA5-87EC-43DD-B505-7C5D9175AD63}" dt="2026-10-24T04:17:49.983" v="117" actId="478"/>
          <ac:spMkLst>
            <pc:docMk/>
            <pc:sldMk cId="0" sldId="294"/>
            <ac:spMk id="5" creationId="{CB10DA1C-2CCB-AE5D-399E-7EE09E72513B}"/>
          </ac:spMkLst>
        </pc:spChg>
      </pc:sldChg>
      <pc:sldChg chg="addSp delSp modSp mod">
        <pc:chgData name="Kaviya V" userId="90fff63eb8b83aa1" providerId="LiveId" clId="{83088EA5-87EC-43DD-B505-7C5D9175AD63}" dt="2026-10-24T04:15:53.721" v="94" actId="478"/>
        <pc:sldMkLst>
          <pc:docMk/>
          <pc:sldMk cId="0" sldId="314"/>
        </pc:sldMkLst>
        <pc:spChg chg="del">
          <ac:chgData name="Kaviya V" userId="90fff63eb8b83aa1" providerId="LiveId" clId="{83088EA5-87EC-43DD-B505-7C5D9175AD63}" dt="2026-10-24T04:15:49.681" v="92" actId="478"/>
          <ac:spMkLst>
            <pc:docMk/>
            <pc:sldMk cId="0" sldId="314"/>
            <ac:spMk id="3" creationId="{00000000-0000-0000-0000-000000000000}"/>
          </ac:spMkLst>
        </pc:spChg>
        <pc:spChg chg="add del mod">
          <ac:chgData name="Kaviya V" userId="90fff63eb8b83aa1" providerId="LiveId" clId="{83088EA5-87EC-43DD-B505-7C5D9175AD63}" dt="2026-10-24T04:15:52.290" v="93" actId="478"/>
          <ac:spMkLst>
            <pc:docMk/>
            <pc:sldMk cId="0" sldId="314"/>
            <ac:spMk id="6" creationId="{88460D72-02B5-D1F2-115F-AD53270CE234}"/>
          </ac:spMkLst>
        </pc:spChg>
        <pc:picChg chg="del">
          <ac:chgData name="Kaviya V" userId="90fff63eb8b83aa1" providerId="LiveId" clId="{83088EA5-87EC-43DD-B505-7C5D9175AD63}" dt="2026-10-24T04:15:53.721" v="94" actId="478"/>
          <ac:picMkLst>
            <pc:docMk/>
            <pc:sldMk cId="0" sldId="314"/>
            <ac:picMk id="5" creationId="{E11FAD9F-A9C5-F9D7-D758-BB5CE0ED4FB0}"/>
          </ac:picMkLst>
        </pc:picChg>
      </pc:sldChg>
      <pc:sldChg chg="delSp mod">
        <pc:chgData name="Kaviya V" userId="90fff63eb8b83aa1" providerId="LiveId" clId="{83088EA5-87EC-43DD-B505-7C5D9175AD63}" dt="2026-10-24T04:18:10.011" v="123" actId="478"/>
        <pc:sldMkLst>
          <pc:docMk/>
          <pc:sldMk cId="0" sldId="325"/>
        </pc:sldMkLst>
        <pc:picChg chg="del">
          <ac:chgData name="Kaviya V" userId="90fff63eb8b83aa1" providerId="LiveId" clId="{83088EA5-87EC-43DD-B505-7C5D9175AD63}" dt="2026-10-24T04:18:10.011" v="123" actId="478"/>
          <ac:picMkLst>
            <pc:docMk/>
            <pc:sldMk cId="0" sldId="325"/>
            <ac:picMk id="5" creationId="{E5E45770-1C8E-5CD2-7CDF-65EC610F6B64}"/>
          </ac:picMkLst>
        </pc:picChg>
      </pc:sldChg>
      <pc:sldChg chg="addSp delSp modSp mod">
        <pc:chgData name="Kaviya V" userId="90fff63eb8b83aa1" providerId="LiveId" clId="{83088EA5-87EC-43DD-B505-7C5D9175AD63}" dt="2026-10-24T04:18:06.953" v="122" actId="478"/>
        <pc:sldMkLst>
          <pc:docMk/>
          <pc:sldMk cId="3127705529" sldId="326"/>
        </pc:sldMkLst>
        <pc:spChg chg="del">
          <ac:chgData name="Kaviya V" userId="90fff63eb8b83aa1" providerId="LiveId" clId="{83088EA5-87EC-43DD-B505-7C5D9175AD63}" dt="2026-10-24T04:18:06.953" v="122" actId="478"/>
          <ac:spMkLst>
            <pc:docMk/>
            <pc:sldMk cId="3127705529" sldId="326"/>
            <ac:spMk id="3" creationId="{8044600E-522F-CD20-8495-B2AEEE3A76CD}"/>
          </ac:spMkLst>
        </pc:spChg>
        <pc:spChg chg="add mod">
          <ac:chgData name="Kaviya V" userId="90fff63eb8b83aa1" providerId="LiveId" clId="{83088EA5-87EC-43DD-B505-7C5D9175AD63}" dt="2026-10-24T04:18:06.953" v="122" actId="478"/>
          <ac:spMkLst>
            <pc:docMk/>
            <pc:sldMk cId="3127705529" sldId="326"/>
            <ac:spMk id="5" creationId="{779B22D2-D943-9DE0-9623-C50CB2751CC9}"/>
          </ac:spMkLst>
        </pc:spChg>
      </pc:sldChg>
      <pc:sldChg chg="delSp modSp mod">
        <pc:chgData name="Kaviya V" userId="90fff63eb8b83aa1" providerId="LiveId" clId="{83088EA5-87EC-43DD-B505-7C5D9175AD63}" dt="2026-10-24T04:17:21.189" v="109" actId="478"/>
        <pc:sldMkLst>
          <pc:docMk/>
          <pc:sldMk cId="3403562083" sldId="327"/>
        </pc:sldMkLst>
        <pc:graphicFrameChg chg="del modGraphic">
          <ac:chgData name="Kaviya V" userId="90fff63eb8b83aa1" providerId="LiveId" clId="{83088EA5-87EC-43DD-B505-7C5D9175AD63}" dt="2026-10-24T04:17:21.189" v="109" actId="478"/>
          <ac:graphicFrameMkLst>
            <pc:docMk/>
            <pc:sldMk cId="3403562083" sldId="327"/>
            <ac:graphicFrameMk id="4" creationId="{C7E31CB2-01ED-90CE-4075-CBF484CA96B1}"/>
          </ac:graphicFrameMkLst>
        </pc:graphicFrameChg>
      </pc:sldChg>
      <pc:sldChg chg="addSp delSp modSp mod">
        <pc:chgData name="Kaviya V" userId="90fff63eb8b83aa1" providerId="LiveId" clId="{83088EA5-87EC-43DD-B505-7C5D9175AD63}" dt="2026-10-24T04:17:26.747" v="110" actId="478"/>
        <pc:sldMkLst>
          <pc:docMk/>
          <pc:sldMk cId="367567236" sldId="328"/>
        </pc:sldMkLst>
        <pc:spChg chg="del">
          <ac:chgData name="Kaviya V" userId="90fff63eb8b83aa1" providerId="LiveId" clId="{83088EA5-87EC-43DD-B505-7C5D9175AD63}" dt="2026-10-24T04:17:26.747" v="110" actId="478"/>
          <ac:spMkLst>
            <pc:docMk/>
            <pc:sldMk cId="367567236" sldId="328"/>
            <ac:spMk id="3" creationId="{85B6BEAC-A254-F59C-5368-9FF2C2C64D93}"/>
          </ac:spMkLst>
        </pc:spChg>
        <pc:spChg chg="add mod">
          <ac:chgData name="Kaviya V" userId="90fff63eb8b83aa1" providerId="LiveId" clId="{83088EA5-87EC-43DD-B505-7C5D9175AD63}" dt="2026-10-24T04:17:26.747" v="110" actId="478"/>
          <ac:spMkLst>
            <pc:docMk/>
            <pc:sldMk cId="367567236" sldId="328"/>
            <ac:spMk id="5" creationId="{DDF340BC-B261-7DE8-6EB5-031E2A109A9F}"/>
          </ac:spMkLst>
        </pc:spChg>
      </pc:sldChg>
      <pc:sldChg chg="del">
        <pc:chgData name="Kaviya V" userId="90fff63eb8b83aa1" providerId="LiveId" clId="{83088EA5-87EC-43DD-B505-7C5D9175AD63}" dt="2026-10-24T04:17:44.833" v="115" actId="47"/>
        <pc:sldMkLst>
          <pc:docMk/>
          <pc:sldMk cId="660925023" sldId="329"/>
        </pc:sldMkLst>
      </pc:sldChg>
      <pc:sldChg chg="delSp mod">
        <pc:chgData name="Kaviya V" userId="90fff63eb8b83aa1" providerId="LiveId" clId="{83088EA5-87EC-43DD-B505-7C5D9175AD63}" dt="2026-10-24T04:17:39.282" v="114" actId="478"/>
        <pc:sldMkLst>
          <pc:docMk/>
          <pc:sldMk cId="2713903359" sldId="330"/>
        </pc:sldMkLst>
        <pc:picChg chg="del">
          <ac:chgData name="Kaviya V" userId="90fff63eb8b83aa1" providerId="LiveId" clId="{83088EA5-87EC-43DD-B505-7C5D9175AD63}" dt="2026-10-24T04:17:37.943" v="113" actId="478"/>
          <ac:picMkLst>
            <pc:docMk/>
            <pc:sldMk cId="2713903359" sldId="330"/>
            <ac:picMk id="4" creationId="{AF5666E0-4792-15B1-21C1-59D3464E2D59}"/>
          </ac:picMkLst>
        </pc:picChg>
        <pc:picChg chg="del">
          <ac:chgData name="Kaviya V" userId="90fff63eb8b83aa1" providerId="LiveId" clId="{83088EA5-87EC-43DD-B505-7C5D9175AD63}" dt="2026-10-24T04:17:39.282" v="114" actId="478"/>
          <ac:picMkLst>
            <pc:docMk/>
            <pc:sldMk cId="2713903359" sldId="330"/>
            <ac:picMk id="8" creationId="{B418294B-30C6-1F85-8270-6F08E9E002B0}"/>
          </ac:picMkLst>
        </pc:picChg>
        <pc:picChg chg="del">
          <ac:chgData name="Kaviya V" userId="90fff63eb8b83aa1" providerId="LiveId" clId="{83088EA5-87EC-43DD-B505-7C5D9175AD63}" dt="2026-10-24T04:17:36.584" v="112" actId="478"/>
          <ac:picMkLst>
            <pc:docMk/>
            <pc:sldMk cId="2713903359" sldId="330"/>
            <ac:picMk id="12" creationId="{868B22E9-C7AC-304E-4A4D-B04E3466BA10}"/>
          </ac:picMkLst>
        </pc:picChg>
      </pc:sldChg>
      <pc:sldChg chg="addSp delSp modSp mod">
        <pc:chgData name="Kaviya V" userId="90fff63eb8b83aa1" providerId="LiveId" clId="{83088EA5-87EC-43DD-B505-7C5D9175AD63}" dt="2026-10-24T04:17:33.785" v="111" actId="478"/>
        <pc:sldMkLst>
          <pc:docMk/>
          <pc:sldMk cId="2685588617" sldId="331"/>
        </pc:sldMkLst>
        <pc:spChg chg="del">
          <ac:chgData name="Kaviya V" userId="90fff63eb8b83aa1" providerId="LiveId" clId="{83088EA5-87EC-43DD-B505-7C5D9175AD63}" dt="2026-10-24T04:17:33.785" v="111" actId="478"/>
          <ac:spMkLst>
            <pc:docMk/>
            <pc:sldMk cId="2685588617" sldId="331"/>
            <ac:spMk id="3" creationId="{E510F51F-71E7-15D6-CBCA-33CE66185AB9}"/>
          </ac:spMkLst>
        </pc:spChg>
        <pc:spChg chg="add mod">
          <ac:chgData name="Kaviya V" userId="90fff63eb8b83aa1" providerId="LiveId" clId="{83088EA5-87EC-43DD-B505-7C5D9175AD63}" dt="2026-10-24T04:17:33.785" v="111" actId="478"/>
          <ac:spMkLst>
            <pc:docMk/>
            <pc:sldMk cId="2685588617" sldId="331"/>
            <ac:spMk id="5" creationId="{5C1CFD0A-1EC6-15F5-455C-188FB0DC757B}"/>
          </ac:spMkLst>
        </pc:spChg>
      </pc:sldChg>
      <pc:sldChg chg="modSp add mod">
        <pc:chgData name="Kaviya V" userId="90fff63eb8b83aa1" providerId="LiveId" clId="{83088EA5-87EC-43DD-B505-7C5D9175AD63}" dt="2026-10-24T04:18:46.111" v="133" actId="20577"/>
        <pc:sldMkLst>
          <pc:docMk/>
          <pc:sldMk cId="3841032603" sldId="332"/>
        </pc:sldMkLst>
        <pc:spChg chg="mod">
          <ac:chgData name="Kaviya V" userId="90fff63eb8b83aa1" providerId="LiveId" clId="{83088EA5-87EC-43DD-B505-7C5D9175AD63}" dt="2026-10-24T04:18:46.111" v="133" actId="20577"/>
          <ac:spMkLst>
            <pc:docMk/>
            <pc:sldMk cId="3841032603" sldId="332"/>
            <ac:spMk id="2" creationId="{EC6362CB-E0D9-0C51-9C9A-2C3778FE88F5}"/>
          </ac:spMkLst>
        </pc:spChg>
      </pc:sldChg>
      <pc:sldChg chg="modSp add mod">
        <pc:chgData name="Kaviya V" userId="90fff63eb8b83aa1" providerId="LiveId" clId="{83088EA5-87EC-43DD-B505-7C5D9175AD63}" dt="2026-10-24T04:18:38.660" v="129" actId="20577"/>
        <pc:sldMkLst>
          <pc:docMk/>
          <pc:sldMk cId="3040451971" sldId="333"/>
        </pc:sldMkLst>
        <pc:spChg chg="mod">
          <ac:chgData name="Kaviya V" userId="90fff63eb8b83aa1" providerId="LiveId" clId="{83088EA5-87EC-43DD-B505-7C5D9175AD63}" dt="2026-10-24T04:18:38.660" v="129" actId="20577"/>
          <ac:spMkLst>
            <pc:docMk/>
            <pc:sldMk cId="3040451971" sldId="333"/>
            <ac:spMk id="2" creationId="{852611F7-7D73-FB7D-D16E-534FB81453D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bc64e9295e_8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 dirty="0"/>
          </a:p>
        </p:txBody>
      </p:sp>
      <p:sp>
        <p:nvSpPr>
          <p:cNvPr id="85" name="Google Shape;85;g3bc64e9295e_8_4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6" name="Google Shape;86;g3bc64e9295e_8_40:notes"/>
          <p:cNvSpPr txBox="1">
            <a:spLocks noGrp="1"/>
          </p:cNvSpPr>
          <p:nvPr>
            <p:ph type="sldNum" idx="12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241" name="Google Shape;241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42" name="Google Shape;242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0" name="Google Shape;30;p5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 panose="020F0502020204030204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6" name="Google Shape;36;p6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0" name="Google Shape;50;p8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4766732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 panose="020F0502020204030204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810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 dirty="0"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c64e9295e_8_40"/>
          <p:cNvSpPr txBox="1">
            <a:spLocks noGrp="1"/>
          </p:cNvSpPr>
          <p:nvPr>
            <p:ph type="ctrTitle"/>
          </p:nvPr>
        </p:nvSpPr>
        <p:spPr>
          <a:xfrm>
            <a:off x="924910" y="2351183"/>
            <a:ext cx="10428344" cy="11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3200" b="1" dirty="0">
                <a:latin typeface="Times New Roman" panose="02020603050405020304"/>
                <a:cs typeface="Times New Roman" panose="02020603050405020304"/>
              </a:rPr>
              <a:t>EMBEDDABLE LSM-TREE STORAGE ENGINE</a:t>
            </a:r>
            <a:br>
              <a:rPr lang="en-US" sz="3200" b="1" dirty="0">
                <a:latin typeface="Times New Roman" panose="02020603050405020304"/>
                <a:cs typeface="Times New Roman" panose="02020603050405020304"/>
              </a:rPr>
            </a:br>
            <a:b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br>
              <a:rPr lang="en-US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en-US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DSA 0105-Object Oriented Programming With C++</a:t>
            </a:r>
            <a:endParaRPr 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9" name="Google Shape;89;g3bc64e9295e_8_4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3bc64e9295e_8_40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g3bc64e9295e_8_40"/>
          <p:cNvSpPr txBox="1"/>
          <p:nvPr/>
        </p:nvSpPr>
        <p:spPr>
          <a:xfrm>
            <a:off x="3441900" y="335165"/>
            <a:ext cx="5308200" cy="149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      </a:t>
            </a:r>
            <a:r>
              <a:rPr lang="en-US" sz="2800" b="1" i="0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SIMATS ENGINEERING</a:t>
            </a:r>
            <a:endParaRPr sz="2800" b="1" i="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270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1158240" marR="5080" lvl="0" indent="-114617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 panose="020B0604020202020204"/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SAVEETHA INSTITUTE OF MEDICAL AND TECHNICAL SCIENCES</a:t>
            </a:r>
            <a:endParaRPr sz="2000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2" name="Google Shape;92;g3bc64e9295e_8_40"/>
          <p:cNvSpPr txBox="1"/>
          <p:nvPr/>
        </p:nvSpPr>
        <p:spPr>
          <a:xfrm>
            <a:off x="7498079" y="5074920"/>
            <a:ext cx="448056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>
              <a:spcBef>
                <a:spcPts val="200"/>
              </a:spcBef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Prasanth R 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192421371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>
              <a:spcBef>
                <a:spcPts val="200"/>
              </a:spcBef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Sanjay Kumar D 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192421144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>
              <a:spcBef>
                <a:spcPts val="200"/>
              </a:spcBef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Aadhithya V 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192511256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>
              <a:spcBef>
                <a:spcPts val="200"/>
              </a:spcBef>
            </a:pPr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Joy Edvin Joshva J 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192421219</a:t>
            </a:r>
            <a:endParaRPr lang="en-US" sz="14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Google Shape;94;g3bc64e9295e_8_40"/>
          <p:cNvSpPr txBox="1"/>
          <p:nvPr/>
        </p:nvSpPr>
        <p:spPr>
          <a:xfrm>
            <a:off x="756688" y="5081034"/>
            <a:ext cx="3446196" cy="116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Guided by:</a:t>
            </a:r>
          </a:p>
          <a:p>
            <a:pPr lvl="0">
              <a:lnSpc>
                <a:spcPct val="150000"/>
              </a:lnSpc>
            </a:pPr>
            <a:r>
              <a:rPr lang="en-GB" sz="16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Mr. JEGADEESH K</a:t>
            </a:r>
          </a:p>
          <a:p>
            <a:pPr lvl="0">
              <a:lnSpc>
                <a:spcPct val="150000"/>
              </a:lnSpc>
            </a:pPr>
            <a:r>
              <a:rPr lang="en-GB" sz="16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Industrial Professional</a:t>
            </a:r>
          </a:p>
          <a:p>
            <a:pPr lvl="0">
              <a:lnSpc>
                <a:spcPct val="150000"/>
              </a:lnSpc>
            </a:pPr>
            <a:r>
              <a:rPr lang="en-GB" sz="16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Coimbatore</a:t>
            </a:r>
            <a:endParaRPr sz="16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5" name="Google Shape;95;g3bc64e9295e_8_40"/>
          <p:cNvSpPr txBox="1"/>
          <p:nvPr/>
        </p:nvSpPr>
        <p:spPr>
          <a:xfrm>
            <a:off x="7498079" y="4709160"/>
            <a:ext cx="27432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Presented by (Team No. 8):</a:t>
            </a:r>
            <a:endParaRPr sz="16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00049"/>
            <a:ext cx="9006840" cy="1171575"/>
          </a:xfrm>
        </p:spPr>
        <p:txBody>
          <a:bodyPr anchor="ctr"/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</a:rPr>
              <a:t>ABSTRACT</a:t>
            </a:r>
          </a:p>
        </p:txBody>
      </p:sp>
      <p:pic>
        <p:nvPicPr>
          <p:cNvPr id="3" name="Logo SE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2" y="191626"/>
            <a:ext cx="1135117" cy="1342883"/>
          </a:xfrm>
          <a:prstGeom prst="rect">
            <a:avLst/>
          </a:prstGeom>
        </p:spPr>
      </p:pic>
      <p:pic>
        <p:nvPicPr>
          <p:cNvPr id="4" name="Logo SIMATS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231" y="191626"/>
            <a:ext cx="1520114" cy="1342883"/>
          </a:xfrm>
          <a:prstGeom prst="rect">
            <a:avLst/>
          </a:prstGeom>
        </p:spPr>
      </p:pic>
      <p:sp>
        <p:nvSpPr>
          <p:cNvPr id="5" name="Bullets"/>
          <p:cNvSpPr txBox="1"/>
          <p:nvPr/>
        </p:nvSpPr>
        <p:spPr>
          <a:xfrm>
            <a:off x="548640" y="1737360"/>
            <a:ext cx="6126480" cy="4572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An embeddable key-value storage engine built on the Log-Structured Merge (LSM) tree, written in C++17.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Writes are logged to a checksummed write-ahead log and inserted into an in-memory skip list.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Full MemTables are flushed to sorted, checksummed SSTable files on disk.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A background thread compacts SSTables and swaps an atomic manifest to keep reads fast.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Fault injection, crash tests and a C++ web console verify and expose the engine.</a:t>
            </a:r>
          </a:p>
        </p:txBody>
      </p:sp>
      <p:sp>
        <p:nvSpPr>
          <p:cNvPr id="6" name="Module card 1"/>
          <p:cNvSpPr/>
          <p:nvPr/>
        </p:nvSpPr>
        <p:spPr>
          <a:xfrm>
            <a:off x="7040880" y="1737360"/>
            <a:ext cx="4663440" cy="1005840"/>
          </a:xfrm>
          <a:prstGeom prst="roundRect">
            <a:avLst>
              <a:gd name="adj" fmla="val 8000"/>
            </a:avLst>
          </a:prstGeom>
          <a:solidFill>
            <a:srgbClr val="1F7AA8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Times New Roman"/>
              </a:rPr>
              <a:t>Module 1: MemTable and WAL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Prasanth R</a:t>
            </a:r>
          </a:p>
        </p:txBody>
      </p:sp>
      <p:sp>
        <p:nvSpPr>
          <p:cNvPr id="7" name="Module card 2"/>
          <p:cNvSpPr/>
          <p:nvPr/>
        </p:nvSpPr>
        <p:spPr>
          <a:xfrm>
            <a:off x="7040880" y="2907791"/>
            <a:ext cx="4663440" cy="1005840"/>
          </a:xfrm>
          <a:prstGeom prst="roundRect">
            <a:avLst>
              <a:gd name="adj" fmla="val 8000"/>
            </a:avLst>
          </a:prstGeom>
          <a:solidFill>
            <a:srgbClr val="5FA83A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Times New Roman"/>
              </a:rPr>
              <a:t>Module 2: SSTable Writer and Reader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Sanjay Kumar D</a:t>
            </a:r>
          </a:p>
        </p:txBody>
      </p:sp>
      <p:sp>
        <p:nvSpPr>
          <p:cNvPr id="8" name="Module card 3"/>
          <p:cNvSpPr/>
          <p:nvPr/>
        </p:nvSpPr>
        <p:spPr>
          <a:xfrm>
            <a:off x="7040880" y="4078224"/>
            <a:ext cx="4663440" cy="1005840"/>
          </a:xfrm>
          <a:prstGeom prst="roundRect">
            <a:avLst>
              <a:gd name="adj" fmla="val 8000"/>
            </a:avLst>
          </a:prstGeom>
          <a:solidFill>
            <a:srgbClr val="E8643A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Times New Roman"/>
              </a:rPr>
              <a:t>Module 3: Compaction Engine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Aadhithya V</a:t>
            </a:r>
          </a:p>
        </p:txBody>
      </p:sp>
      <p:sp>
        <p:nvSpPr>
          <p:cNvPr id="9" name="Module card 4"/>
          <p:cNvSpPr/>
          <p:nvPr/>
        </p:nvSpPr>
        <p:spPr>
          <a:xfrm>
            <a:off x="7040880" y="5248656"/>
            <a:ext cx="4663440" cy="1005840"/>
          </a:xfrm>
          <a:prstGeom prst="roundRect">
            <a:avLst>
              <a:gd name="adj" fmla="val 8000"/>
            </a:avLst>
          </a:prstGeom>
          <a:solidFill>
            <a:srgbClr val="0B2A5B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FFFFFF"/>
                </a:solidFill>
                <a:latin typeface="Times New Roman"/>
              </a:rPr>
              <a:t>Module 4: Benchmark and Fault Injection</a:t>
            </a:r>
          </a:p>
          <a:p>
            <a:pPr algn="l"/>
            <a:r>
              <a:rPr sz="1600" b="0" i="0">
                <a:solidFill>
                  <a:srgbClr val="FFFFFF"/>
                </a:solidFill>
                <a:latin typeface="Times New Roman"/>
              </a:rPr>
              <a:t>Joy Edvin Joshva J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00049"/>
            <a:ext cx="9006840" cy="1171575"/>
          </a:xfrm>
        </p:spPr>
        <p:txBody>
          <a:bodyPr anchor="ctr"/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</a:rPr>
              <a:t>PROBLEM STATEMENT</a:t>
            </a:r>
          </a:p>
        </p:txBody>
      </p:sp>
      <p:pic>
        <p:nvPicPr>
          <p:cNvPr id="3" name="Logo SE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2" y="191626"/>
            <a:ext cx="1135117" cy="1342883"/>
          </a:xfrm>
          <a:prstGeom prst="rect">
            <a:avLst/>
          </a:prstGeom>
        </p:spPr>
      </p:pic>
      <p:pic>
        <p:nvPicPr>
          <p:cNvPr id="4" name="Logo SIMATS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231" y="191626"/>
            <a:ext cx="1520114" cy="1342883"/>
          </a:xfrm>
          <a:prstGeom prst="rect">
            <a:avLst/>
          </a:prstGeom>
        </p:spPr>
      </p:pic>
      <p:sp>
        <p:nvSpPr>
          <p:cNvPr id="5" name="Bullets"/>
          <p:cNvSpPr txBox="1"/>
          <p:nvPr/>
        </p:nvSpPr>
        <p:spPr>
          <a:xfrm>
            <a:off x="548640" y="1737360"/>
            <a:ext cx="5303520" cy="4572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12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Write-heavy applications suffer when every update becomes a random, in-place disk write.</a:t>
            </a:r>
          </a:p>
          <a:p>
            <a:pPr marL="285750" indent="-285750" algn="l">
              <a:spcAft>
                <a:spcPts val="12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A crash in the middle of a write can leave torn data or lose acknowledged writes.</a:t>
            </a:r>
          </a:p>
          <a:p>
            <a:pPr marL="285750" indent="-285750" algn="l">
              <a:spcAft>
                <a:spcPts val="12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Production storage engines are large and hard to study, test or embed in small programs.</a:t>
            </a:r>
          </a:p>
          <a:p>
            <a:pPr marL="285750" indent="-285750" algn="l">
              <a:spcAft>
                <a:spcPts val="1200"/>
              </a:spcAft>
              <a:buFont typeface="Arial"/>
              <a:buChar char="•"/>
            </a:pPr>
            <a:r>
              <a:rPr sz="1900" b="0" i="0">
                <a:solidFill>
                  <a:srgbClr val="000000"/>
                </a:solidFill>
                <a:latin typeface="Times New Roman"/>
              </a:rPr>
              <a:t>Why it matters: logging, metrics, messaging and edge devices need a small, crash-safe, embeddable store.</a:t>
            </a:r>
          </a:p>
        </p:txBody>
      </p:sp>
      <p:pic>
        <p:nvPicPr>
          <p:cNvPr id="6" name="Problem comparison diagram" descr="probl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783080"/>
            <a:ext cx="5486400" cy="4029075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00049"/>
            <a:ext cx="9006840" cy="1171575"/>
          </a:xfrm>
        </p:spPr>
        <p:txBody>
          <a:bodyPr anchor="ctr"/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</a:rPr>
              <a:t>OBJECTIVES</a:t>
            </a:r>
          </a:p>
        </p:txBody>
      </p:sp>
      <p:pic>
        <p:nvPicPr>
          <p:cNvPr id="3" name="Logo SE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2" y="191626"/>
            <a:ext cx="1135117" cy="1342883"/>
          </a:xfrm>
          <a:prstGeom prst="rect">
            <a:avLst/>
          </a:prstGeom>
        </p:spPr>
      </p:pic>
      <p:pic>
        <p:nvPicPr>
          <p:cNvPr id="4" name="Logo SIMATS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231" y="191626"/>
            <a:ext cx="1520114" cy="1342883"/>
          </a:xfrm>
          <a:prstGeom prst="rect">
            <a:avLst/>
          </a:prstGeom>
        </p:spPr>
      </p:pic>
      <p:sp>
        <p:nvSpPr>
          <p:cNvPr id="5" name="Objective 1"/>
          <p:cNvSpPr/>
          <p:nvPr/>
        </p:nvSpPr>
        <p:spPr>
          <a:xfrm>
            <a:off x="1280160" y="1737360"/>
            <a:ext cx="10424160" cy="7772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548640" tIns="36576" rIns="548640" bIns="36576" rtlCol="0" anchor="ctr"/>
          <a:lstStyle/>
          <a:p>
            <a:pPr algn="l"/>
            <a:r>
              <a:rPr sz="2000" b="0" i="0">
                <a:solidFill>
                  <a:srgbClr val="000000"/>
                </a:solidFill>
                <a:latin typeface="Times New Roman"/>
              </a:rPr>
              <a:t>Build a persistent LSM-tree key-value engine with Put, Get and Delete in C++17</a:t>
            </a:r>
          </a:p>
        </p:txBody>
      </p:sp>
      <p:sp>
        <p:nvSpPr>
          <p:cNvPr id="6" name="Number 1"/>
          <p:cNvSpPr/>
          <p:nvPr/>
        </p:nvSpPr>
        <p:spPr>
          <a:xfrm>
            <a:off x="548640" y="1737360"/>
            <a:ext cx="777240" cy="777240"/>
          </a:xfrm>
          <a:prstGeom prst="ellipse">
            <a:avLst/>
          </a:prstGeom>
          <a:solidFill>
            <a:srgbClr val="1F7AA8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7" name="Objective 2"/>
          <p:cNvSpPr/>
          <p:nvPr/>
        </p:nvSpPr>
        <p:spPr>
          <a:xfrm>
            <a:off x="1280160" y="2651760"/>
            <a:ext cx="10424160" cy="7772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548640" tIns="36576" rIns="548640" bIns="36576" rtlCol="0" anchor="ctr"/>
          <a:lstStyle/>
          <a:p>
            <a:pPr algn="l"/>
            <a:r>
              <a:rPr sz="2000" b="0" i="0">
                <a:solidFill>
                  <a:srgbClr val="000000"/>
                </a:solidFill>
                <a:latin typeface="Times New Roman"/>
              </a:rPr>
              <a:t>Guarantee durability with a CRC32C-protected write-ahead log and crash recovery</a:t>
            </a:r>
          </a:p>
        </p:txBody>
      </p:sp>
      <p:sp>
        <p:nvSpPr>
          <p:cNvPr id="8" name="Number 2"/>
          <p:cNvSpPr/>
          <p:nvPr/>
        </p:nvSpPr>
        <p:spPr>
          <a:xfrm>
            <a:off x="548640" y="2651760"/>
            <a:ext cx="777240" cy="777240"/>
          </a:xfrm>
          <a:prstGeom prst="ellipse">
            <a:avLst/>
          </a:prstGeom>
          <a:solidFill>
            <a:srgbClr val="5FA83A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9" name="Objective 3"/>
          <p:cNvSpPr/>
          <p:nvPr/>
        </p:nvSpPr>
        <p:spPr>
          <a:xfrm>
            <a:off x="1280160" y="3566160"/>
            <a:ext cx="10424160" cy="7772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548640" tIns="36576" rIns="548640" bIns="36576" rtlCol="0" anchor="ctr"/>
          <a:lstStyle/>
          <a:p>
            <a:pPr algn="l"/>
            <a:r>
              <a:rPr sz="2000" b="0" i="0">
                <a:solidFill>
                  <a:srgbClr val="000000"/>
                </a:solidFill>
                <a:latin typeface="Times New Roman"/>
              </a:rPr>
              <a:t>Store sorted data in checksummed SSTables with a block index and footer</a:t>
            </a:r>
          </a:p>
        </p:txBody>
      </p:sp>
      <p:sp>
        <p:nvSpPr>
          <p:cNvPr id="10" name="Number 3"/>
          <p:cNvSpPr/>
          <p:nvPr/>
        </p:nvSpPr>
        <p:spPr>
          <a:xfrm>
            <a:off x="548640" y="3566160"/>
            <a:ext cx="777240" cy="777240"/>
          </a:xfrm>
          <a:prstGeom prst="ellipse">
            <a:avLst/>
          </a:prstGeom>
          <a:solidFill>
            <a:srgbClr val="E8643A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1" name="Objective 4"/>
          <p:cNvSpPr/>
          <p:nvPr/>
        </p:nvSpPr>
        <p:spPr>
          <a:xfrm>
            <a:off x="1280160" y="4480560"/>
            <a:ext cx="10424160" cy="7772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548640" tIns="36576" rIns="548640" bIns="36576" rtlCol="0" anchor="ctr"/>
          <a:lstStyle/>
          <a:p>
            <a:pPr algn="l"/>
            <a:r>
              <a:rPr sz="2000" b="0" i="0">
                <a:solidFill>
                  <a:srgbClr val="000000"/>
                </a:solidFill>
                <a:latin typeface="Times New Roman"/>
              </a:rPr>
              <a:t>Keep reads fast and space bounded using background compaction and an atomic manifest</a:t>
            </a:r>
          </a:p>
        </p:txBody>
      </p:sp>
      <p:sp>
        <p:nvSpPr>
          <p:cNvPr id="12" name="Number 4"/>
          <p:cNvSpPr/>
          <p:nvPr/>
        </p:nvSpPr>
        <p:spPr>
          <a:xfrm>
            <a:off x="548640" y="4480560"/>
            <a:ext cx="777240" cy="77724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3" name="Objective 5"/>
          <p:cNvSpPr/>
          <p:nvPr/>
        </p:nvSpPr>
        <p:spPr>
          <a:xfrm>
            <a:off x="1280160" y="5394960"/>
            <a:ext cx="10424160" cy="77724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wrap="square" lIns="548640" tIns="36576" rIns="548640" bIns="36576" rtlCol="0" anchor="ctr"/>
          <a:lstStyle/>
          <a:p>
            <a:pPr algn="l"/>
            <a:r>
              <a:rPr sz="2000" b="0" i="0">
                <a:solidFill>
                  <a:srgbClr val="000000"/>
                </a:solidFill>
                <a:latin typeface="Times New Roman"/>
              </a:rPr>
              <a:t>Prove correctness with fault injection, sanitizers, benchmarks and a C++ web console</a:t>
            </a:r>
          </a:p>
        </p:txBody>
      </p:sp>
      <p:sp>
        <p:nvSpPr>
          <p:cNvPr id="14" name="Number 5"/>
          <p:cNvSpPr/>
          <p:nvPr/>
        </p:nvSpPr>
        <p:spPr>
          <a:xfrm>
            <a:off x="548640" y="5394960"/>
            <a:ext cx="777240" cy="777240"/>
          </a:xfrm>
          <a:prstGeom prst="ellipse">
            <a:avLst/>
          </a:prstGeom>
          <a:solidFill>
            <a:srgbClr val="1F7AA8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6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00049"/>
            <a:ext cx="9006840" cy="1171575"/>
          </a:xfrm>
        </p:spPr>
        <p:txBody>
          <a:bodyPr anchor="ctr"/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</a:rPr>
              <a:t>PROPOSED SYSTEM</a:t>
            </a:r>
          </a:p>
        </p:txBody>
      </p:sp>
      <p:pic>
        <p:nvPicPr>
          <p:cNvPr id="3" name="Logo SE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2" y="191626"/>
            <a:ext cx="1135117" cy="1342883"/>
          </a:xfrm>
          <a:prstGeom prst="rect">
            <a:avLst/>
          </a:prstGeom>
        </p:spPr>
      </p:pic>
      <p:pic>
        <p:nvPicPr>
          <p:cNvPr id="4" name="Logo SIMATS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231" y="191626"/>
            <a:ext cx="1520114" cy="1342883"/>
          </a:xfrm>
          <a:prstGeom prst="rect">
            <a:avLst/>
          </a:prstGeom>
        </p:spPr>
      </p:pic>
      <p:graphicFrame>
        <p:nvGraphicFramePr>
          <p:cNvPr id="5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5255564"/>
              </p:ext>
            </p:extLst>
          </p:nvPr>
        </p:nvGraphicFramePr>
        <p:xfrm>
          <a:off x="548640" y="1737360"/>
          <a:ext cx="11064240" cy="341376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94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Times New Roman"/>
                        </a:rPr>
                        <a:t>Aspect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Times New Roman"/>
                        </a:rPr>
                        <a:t>Existing approach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0B2A5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FFFFFF"/>
                          </a:solidFill>
                          <a:latin typeface="Times New Roman"/>
                        </a:rPr>
                        <a:t>Proposed LSM engine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0B2A5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700" b="1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Writes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/>
                        </a:rPr>
                        <a:t>Random in-place page updates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/>
                        </a:rPr>
                        <a:t>Sequential WAL append plus in-memory MemTable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E3F1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Durability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/>
                        </a:rPr>
                        <a:t>Hidden inside large engines, hard to verify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/>
                        </a:rPr>
                        <a:t>CRC32C-checked WAL, replay and torn-tail truncation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E3F1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Reads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Single tree lookup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/>
                        </a:rPr>
                        <a:t>MemTable, then SSTables newest first using index and block CRC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E3F1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Space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/>
                        </a:rPr>
                        <a:t>Fragmentation builds up over time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/>
                        </a:rPr>
                        <a:t>Background compaction drops stale versions and tombstones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E3F1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700" b="1" i="0">
                          <a:solidFill>
                            <a:srgbClr val="000000"/>
                          </a:solidFill>
                          <a:latin typeface="Times New Roman"/>
                        </a:rPr>
                        <a:t>Testing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>
                          <a:solidFill>
                            <a:srgbClr val="000000"/>
                          </a:solidFill>
                          <a:latin typeface="Times New Roman"/>
                        </a:rPr>
                        <a:t>Crash behaviour rarely tested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 i="0" dirty="0">
                          <a:solidFill>
                            <a:srgbClr val="000000"/>
                          </a:solidFill>
                          <a:latin typeface="Times New Roman"/>
                        </a:rPr>
                        <a:t>Fault-injecting file system with seeded crash tests</a:t>
                      </a:r>
                    </a:p>
                  </a:txBody>
                  <a:tcPr anchor="ctr">
                    <a:lnL w="12700">
                      <a:solidFill>
                        <a:srgbClr val="808080"/>
                      </a:solidFill>
                    </a:lnL>
                    <a:lnR w="12700">
                      <a:solidFill>
                        <a:srgbClr val="808080"/>
                      </a:solidFill>
                    </a:lnR>
                    <a:lnT w="12700">
                      <a:solidFill>
                        <a:srgbClr val="808080"/>
                      </a:solidFill>
                    </a:lnT>
                    <a:lnB w="12700">
                      <a:solidFill>
                        <a:srgbClr val="808080"/>
                      </a:solidFill>
                    </a:lnB>
                    <a:solidFill>
                      <a:srgbClr val="E3F1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utcome callout"/>
          <p:cNvSpPr/>
          <p:nvPr/>
        </p:nvSpPr>
        <p:spPr>
          <a:xfrm>
            <a:off x="548640" y="5577840"/>
            <a:ext cx="11064240" cy="566928"/>
          </a:xfrm>
          <a:prstGeom prst="roundRect">
            <a:avLst>
              <a:gd name="adj" fmla="val 8000"/>
            </a:avLst>
          </a:prstGeom>
          <a:solidFill>
            <a:srgbClr val="0B2A5B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Times New Roman"/>
              </a:rPr>
              <a:t>Result: a small, testable, crash-safe engine with a web console that shows what it is doing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00049"/>
            <a:ext cx="9006840" cy="1171575"/>
          </a:xfrm>
        </p:spPr>
        <p:txBody>
          <a:bodyPr anchor="ctr"/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</a:rPr>
              <a:t>SYSTEM ARCHITECTURE DIAGRAM</a:t>
            </a:r>
          </a:p>
        </p:txBody>
      </p:sp>
      <p:pic>
        <p:nvPicPr>
          <p:cNvPr id="3" name="Logo SE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2" y="191626"/>
            <a:ext cx="1135117" cy="1342883"/>
          </a:xfrm>
          <a:prstGeom prst="rect">
            <a:avLst/>
          </a:prstGeom>
        </p:spPr>
      </p:pic>
      <p:pic>
        <p:nvPicPr>
          <p:cNvPr id="4" name="Logo SIMATS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231" y="191626"/>
            <a:ext cx="1520114" cy="1342883"/>
          </a:xfrm>
          <a:prstGeom prst="rect">
            <a:avLst/>
          </a:prstGeom>
        </p:spPr>
      </p:pic>
      <p:pic>
        <p:nvPicPr>
          <p:cNvPr id="5" name="Architecture diagram" descr="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7" y="1627632"/>
            <a:ext cx="11155680" cy="5029200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00049"/>
            <a:ext cx="9006840" cy="1171575"/>
          </a:xfrm>
        </p:spPr>
        <p:txBody>
          <a:bodyPr anchor="ctr"/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</a:rPr>
              <a:t>MODULE 1: MEMTABLE AND WAL</a:t>
            </a:r>
          </a:p>
        </p:txBody>
      </p:sp>
      <p:pic>
        <p:nvPicPr>
          <p:cNvPr id="3" name="Logo SE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2" y="191626"/>
            <a:ext cx="1135117" cy="1342883"/>
          </a:xfrm>
          <a:prstGeom prst="rect">
            <a:avLst/>
          </a:prstGeom>
        </p:spPr>
      </p:pic>
      <p:pic>
        <p:nvPicPr>
          <p:cNvPr id="4" name="Logo SIMATS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231" y="191626"/>
            <a:ext cx="1520114" cy="1342883"/>
          </a:xfrm>
          <a:prstGeom prst="rect">
            <a:avLst/>
          </a:prstGeom>
        </p:spPr>
      </p:pic>
      <p:sp>
        <p:nvSpPr>
          <p:cNvPr id="6" name="Bullets"/>
          <p:cNvSpPr txBox="1"/>
          <p:nvPr/>
        </p:nvSpPr>
        <p:spPr>
          <a:xfrm>
            <a:off x="548640" y="2194560"/>
            <a:ext cx="5120640" cy="4206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Skip list MemTable with ordered iteration and tombstones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Table-driven software CRC32C protects every record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WAL record format v1 with magic header and sequence numbers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Sync policy: every write, every N writes, or never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Recovery replays valid records and truncates a torn tail</a:t>
            </a:r>
          </a:p>
        </p:txBody>
      </p:sp>
      <p:pic>
        <p:nvPicPr>
          <p:cNvPr id="7" name="Module diagram" descr="mod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783080"/>
            <a:ext cx="5852160" cy="4096512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00049"/>
            <a:ext cx="9006840" cy="1171575"/>
          </a:xfrm>
        </p:spPr>
        <p:txBody>
          <a:bodyPr anchor="ctr"/>
          <a:lstStyle/>
          <a:p>
            <a:pPr algn="ctr"/>
            <a:r>
              <a:rPr sz="2600" b="1" i="0">
                <a:solidFill>
                  <a:srgbClr val="000000"/>
                </a:solidFill>
                <a:latin typeface="Times New Roman"/>
              </a:rPr>
              <a:t>MODULE 2: SSTABLE WRITER AND READER</a:t>
            </a:r>
          </a:p>
        </p:txBody>
      </p:sp>
      <p:pic>
        <p:nvPicPr>
          <p:cNvPr id="3" name="Logo SE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2" y="191626"/>
            <a:ext cx="1135117" cy="1342883"/>
          </a:xfrm>
          <a:prstGeom prst="rect">
            <a:avLst/>
          </a:prstGeom>
        </p:spPr>
      </p:pic>
      <p:pic>
        <p:nvPicPr>
          <p:cNvPr id="4" name="Logo SIMATS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231" y="191626"/>
            <a:ext cx="1520114" cy="1342883"/>
          </a:xfrm>
          <a:prstGeom prst="rect">
            <a:avLst/>
          </a:prstGeom>
        </p:spPr>
      </p:pic>
      <p:sp>
        <p:nvSpPr>
          <p:cNvPr id="6" name="Bullets"/>
          <p:cNvSpPr txBox="1"/>
          <p:nvPr/>
        </p:nvSpPr>
        <p:spPr>
          <a:xfrm>
            <a:off x="548640" y="2194560"/>
            <a:ext cx="5120640" cy="4206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Writer emits data blocks, an index block and a 48-byte footer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Every block carries a CRC32C; corruption is reported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Reader binary searches the index by last key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Min and max keys skip files without any block read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Iterator for full scans; MemTable flush uses the writer</a:t>
            </a:r>
          </a:p>
        </p:txBody>
      </p:sp>
      <p:pic>
        <p:nvPicPr>
          <p:cNvPr id="7" name="Module diagram" descr="mo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783080"/>
            <a:ext cx="5852160" cy="4096512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00049"/>
            <a:ext cx="9006840" cy="1171575"/>
          </a:xfrm>
        </p:spPr>
        <p:txBody>
          <a:bodyPr anchor="ctr"/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</a:rPr>
              <a:t>MODULE 3: COMPACTION ENGINE</a:t>
            </a:r>
          </a:p>
        </p:txBody>
      </p:sp>
      <p:pic>
        <p:nvPicPr>
          <p:cNvPr id="3" name="Logo SE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2" y="191626"/>
            <a:ext cx="1135117" cy="1342883"/>
          </a:xfrm>
          <a:prstGeom prst="rect">
            <a:avLst/>
          </a:prstGeom>
        </p:spPr>
      </p:pic>
      <p:pic>
        <p:nvPicPr>
          <p:cNvPr id="4" name="Logo SIMATS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231" y="191626"/>
            <a:ext cx="1520114" cy="1342883"/>
          </a:xfrm>
          <a:prstGeom prst="rect">
            <a:avLst/>
          </a:prstGeom>
        </p:spPr>
      </p:pic>
      <p:sp>
        <p:nvSpPr>
          <p:cNvPr id="6" name="Bullets"/>
          <p:cNvSpPr txBox="1"/>
          <p:nvPr/>
        </p:nvSpPr>
        <p:spPr>
          <a:xfrm>
            <a:off x="548640" y="2194560"/>
            <a:ext cx="5120640" cy="4206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Manifest lists live SSTables per level and is swapped atomically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Merge iterator uses a min-heap: key order, newest sequence first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Level 0 compacts when it reaches the file limit (default 4)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Tombstones dropped only at the deepest level for the key range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Background thread; readers use shared_ptr snapshots</a:t>
            </a:r>
          </a:p>
        </p:txBody>
      </p:sp>
      <p:pic>
        <p:nvPicPr>
          <p:cNvPr id="7" name="Module diagram" descr="mo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783080"/>
            <a:ext cx="5852160" cy="4096512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00049"/>
            <a:ext cx="9006840" cy="1171575"/>
          </a:xfrm>
        </p:spPr>
        <p:txBody>
          <a:bodyPr anchor="ctr"/>
          <a:lstStyle/>
          <a:p>
            <a:pPr algn="ctr"/>
            <a:r>
              <a:rPr sz="2600" b="1" i="0">
                <a:solidFill>
                  <a:srgbClr val="000000"/>
                </a:solidFill>
                <a:latin typeface="Times New Roman"/>
              </a:rPr>
              <a:t>MODULE 4: BENCHMARK AND FAULT INJECTION</a:t>
            </a:r>
          </a:p>
        </p:txBody>
      </p:sp>
      <p:pic>
        <p:nvPicPr>
          <p:cNvPr id="3" name="Logo SE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2" y="191626"/>
            <a:ext cx="1135117" cy="1342883"/>
          </a:xfrm>
          <a:prstGeom prst="rect">
            <a:avLst/>
          </a:prstGeom>
        </p:spPr>
      </p:pic>
      <p:pic>
        <p:nvPicPr>
          <p:cNvPr id="4" name="Logo SIMATS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231" y="191626"/>
            <a:ext cx="1520114" cy="1342883"/>
          </a:xfrm>
          <a:prstGeom prst="rect">
            <a:avLst/>
          </a:prstGeom>
        </p:spPr>
      </p:pic>
      <p:sp>
        <p:nvSpPr>
          <p:cNvPr id="6" name="Bullets"/>
          <p:cNvSpPr txBox="1"/>
          <p:nvPr/>
        </p:nvSpPr>
        <p:spPr>
          <a:xfrm>
            <a:off x="548640" y="2194560"/>
            <a:ext cx="5120640" cy="4206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FileSystem interface lets faults be injected under the engine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Crash tests compare the reopened engine with a reference map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Every failing run prints its seed so it can be replayed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Google Benchmark micro tests plus end-to-end workloads</a:t>
            </a:r>
          </a:p>
          <a:p>
            <a:pPr marL="285750" indent="-285750" algn="l">
              <a:spcAft>
                <a:spcPts val="10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Reports p50, p95 and p99 latency as CSV and Markdown</a:t>
            </a:r>
          </a:p>
        </p:txBody>
      </p:sp>
      <p:pic>
        <p:nvPicPr>
          <p:cNvPr id="7" name="Module diagram" descr="mo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783080"/>
            <a:ext cx="5852160" cy="4096512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00049"/>
            <a:ext cx="9006840" cy="1171575"/>
          </a:xfrm>
        </p:spPr>
        <p:txBody>
          <a:bodyPr anchor="ctr"/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</a:rPr>
              <a:t>SAMPLE OUTPUT</a:t>
            </a:r>
          </a:p>
        </p:txBody>
      </p:sp>
      <p:pic>
        <p:nvPicPr>
          <p:cNvPr id="3" name="Logo SE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2" y="191626"/>
            <a:ext cx="1135117" cy="1342883"/>
          </a:xfrm>
          <a:prstGeom prst="rect">
            <a:avLst/>
          </a:prstGeom>
        </p:spPr>
      </p:pic>
      <p:pic>
        <p:nvPicPr>
          <p:cNvPr id="4" name="Logo SIMATS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231" y="191626"/>
            <a:ext cx="1520114" cy="1342883"/>
          </a:xfrm>
          <a:prstGeom prst="rect">
            <a:avLst/>
          </a:prstGeom>
        </p:spPr>
      </p:pic>
      <p:pic>
        <p:nvPicPr>
          <p:cNvPr id="5" name="Console screen Dashboard" descr="ui_da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28800"/>
            <a:ext cx="3657600" cy="2743200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  <p:sp>
        <p:nvSpPr>
          <p:cNvPr id="6" name="Caption Dashboard"/>
          <p:cNvSpPr txBox="1"/>
          <p:nvPr/>
        </p:nvSpPr>
        <p:spPr>
          <a:xfrm>
            <a:off x="457200" y="4709160"/>
            <a:ext cx="36576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B2A5B"/>
                </a:solidFill>
                <a:latin typeface="Times New Roman"/>
              </a:rPr>
              <a:t>Dashboard</a:t>
            </a:r>
          </a:p>
          <a:p>
            <a:pPr algn="l"/>
            <a:r>
              <a:rPr sz="1500" b="0" i="0">
                <a:solidFill>
                  <a:srgbClr val="000000"/>
                </a:solidFill>
                <a:latin typeface="Times New Roman"/>
              </a:rPr>
              <a:t>MemTable, WAL and level summary</a:t>
            </a:r>
          </a:p>
        </p:txBody>
      </p:sp>
      <p:pic>
        <p:nvPicPr>
          <p:cNvPr id="7" name="Console screen Browse" descr="ui_brow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97680" y="1828800"/>
            <a:ext cx="3657600" cy="2743200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  <p:sp>
        <p:nvSpPr>
          <p:cNvPr id="8" name="Caption Browse"/>
          <p:cNvSpPr txBox="1"/>
          <p:nvPr/>
        </p:nvSpPr>
        <p:spPr>
          <a:xfrm>
            <a:off x="4297680" y="4709160"/>
            <a:ext cx="36576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B2A5B"/>
                </a:solidFill>
                <a:latin typeface="Times New Roman"/>
              </a:rPr>
              <a:t>Browse</a:t>
            </a:r>
          </a:p>
          <a:p>
            <a:pPr algn="l"/>
            <a:r>
              <a:rPr sz="1500" b="0" i="0">
                <a:solidFill>
                  <a:srgbClr val="000000"/>
                </a:solidFill>
                <a:latin typeface="Times New Roman"/>
              </a:rPr>
              <a:t>Get and Put by key; deleted keys shown</a:t>
            </a:r>
          </a:p>
        </p:txBody>
      </p:sp>
      <p:pic>
        <p:nvPicPr>
          <p:cNvPr id="9" name="Console screen Stats" descr="ui_sta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1828800"/>
            <a:ext cx="3657600" cy="2743200"/>
          </a:xfrm>
          <a:prstGeom prst="rect">
            <a:avLst/>
          </a:prstGeom>
          <a:ln w="12700">
            <a:solidFill>
              <a:srgbClr val="BFBFBF"/>
            </a:solidFill>
          </a:ln>
        </p:spPr>
      </p:pic>
      <p:sp>
        <p:nvSpPr>
          <p:cNvPr id="10" name="Caption Stats"/>
          <p:cNvSpPr txBox="1"/>
          <p:nvPr/>
        </p:nvSpPr>
        <p:spPr>
          <a:xfrm>
            <a:off x="8138160" y="4709160"/>
            <a:ext cx="36576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1" i="0">
                <a:solidFill>
                  <a:srgbClr val="0B2A5B"/>
                </a:solidFill>
                <a:latin typeface="Times New Roman"/>
              </a:rPr>
              <a:t>Stats</a:t>
            </a:r>
          </a:p>
          <a:p>
            <a:pPr algn="l"/>
            <a:r>
              <a:rPr sz="1500" b="0" i="0">
                <a:solidFill>
                  <a:srgbClr val="000000"/>
                </a:solidFill>
                <a:latin typeface="Times New Roman"/>
              </a:rPr>
              <a:t>Files and bytes per level</a:t>
            </a:r>
          </a:p>
        </p:txBody>
      </p:sp>
      <p:sp>
        <p:nvSpPr>
          <p:cNvPr id="11" name="Output note"/>
          <p:cNvSpPr/>
          <p:nvPr/>
        </p:nvSpPr>
        <p:spPr>
          <a:xfrm>
            <a:off x="457200" y="5669280"/>
            <a:ext cx="11247120" cy="685800"/>
          </a:xfrm>
          <a:prstGeom prst="roundRect">
            <a:avLst>
              <a:gd name="adj" fmla="val 8000"/>
            </a:avLst>
          </a:prstGeom>
          <a:solidFill>
            <a:srgbClr val="DCEBF5"/>
          </a:solidFill>
          <a:ln>
            <a:noFill/>
          </a:ln>
        </p:spPr>
        <p:txBody>
          <a:bodyPr wrap="square" lIns="109728" tIns="36576" rIns="109728" bIns="36576" rtlCol="0" anchor="ctr"/>
          <a:lstStyle/>
          <a:p>
            <a:pPr algn="ctr"/>
            <a:r>
              <a:rPr sz="1700" b="0" i="0">
                <a:solidFill>
                  <a:srgbClr val="000000"/>
                </a:solidFill>
                <a:latin typeface="Times New Roman"/>
              </a:rPr>
              <a:t>Server-rendered C++ console (HTML and CSS only), responsive from phone to desktop. Sample data shown.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00049"/>
            <a:ext cx="9006840" cy="1171575"/>
          </a:xfrm>
        </p:spPr>
        <p:txBody>
          <a:bodyPr anchor="ctr"/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</a:rPr>
              <a:t>ADVANTAGES</a:t>
            </a:r>
          </a:p>
        </p:txBody>
      </p:sp>
      <p:pic>
        <p:nvPicPr>
          <p:cNvPr id="3" name="Logo SE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2" y="191626"/>
            <a:ext cx="1135117" cy="1342883"/>
          </a:xfrm>
          <a:prstGeom prst="rect">
            <a:avLst/>
          </a:prstGeom>
        </p:spPr>
      </p:pic>
      <p:pic>
        <p:nvPicPr>
          <p:cNvPr id="4" name="Logo SIMATS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231" y="191626"/>
            <a:ext cx="1520114" cy="1342883"/>
          </a:xfrm>
          <a:prstGeom prst="rect">
            <a:avLst/>
          </a:prstGeom>
        </p:spPr>
      </p:pic>
      <p:sp>
        <p:nvSpPr>
          <p:cNvPr id="5" name="Advantage card 1"/>
          <p:cNvSpPr/>
          <p:nvPr/>
        </p:nvSpPr>
        <p:spPr>
          <a:xfrm>
            <a:off x="502920" y="173736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DCEBF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Badge 1"/>
          <p:cNvSpPr/>
          <p:nvPr/>
        </p:nvSpPr>
        <p:spPr>
          <a:xfrm>
            <a:off x="685800" y="1920240"/>
            <a:ext cx="548640" cy="548640"/>
          </a:xfrm>
          <a:prstGeom prst="ellipse">
            <a:avLst/>
          </a:prstGeom>
          <a:solidFill>
            <a:srgbClr val="1F7AA8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1</a:t>
            </a:r>
          </a:p>
        </p:txBody>
      </p:sp>
      <p:sp>
        <p:nvSpPr>
          <p:cNvPr id="7" name="Advantage title 1"/>
          <p:cNvSpPr txBox="1"/>
          <p:nvPr/>
        </p:nvSpPr>
        <p:spPr>
          <a:xfrm>
            <a:off x="1325880" y="1920240"/>
            <a:ext cx="265176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900" b="1" i="0">
                <a:solidFill>
                  <a:srgbClr val="1F7AA8"/>
                </a:solidFill>
                <a:latin typeface="Times New Roman"/>
              </a:rPr>
              <a:t>Crash-safe</a:t>
            </a:r>
          </a:p>
        </p:txBody>
      </p:sp>
      <p:sp>
        <p:nvSpPr>
          <p:cNvPr id="8" name="Advantage text 1"/>
          <p:cNvSpPr txBox="1"/>
          <p:nvPr/>
        </p:nvSpPr>
        <p:spPr>
          <a:xfrm>
            <a:off x="685800" y="2606039"/>
            <a:ext cx="320040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Times New Roman"/>
              </a:rPr>
              <a:t>Checksummed WAL replay restores every acknowledged write</a:t>
            </a:r>
          </a:p>
        </p:txBody>
      </p:sp>
      <p:sp>
        <p:nvSpPr>
          <p:cNvPr id="9" name="Advantage card 2"/>
          <p:cNvSpPr/>
          <p:nvPr/>
        </p:nvSpPr>
        <p:spPr>
          <a:xfrm>
            <a:off x="4297680" y="173736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E3F1D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Badge 2"/>
          <p:cNvSpPr/>
          <p:nvPr/>
        </p:nvSpPr>
        <p:spPr>
          <a:xfrm>
            <a:off x="4480560" y="1920240"/>
            <a:ext cx="548640" cy="548640"/>
          </a:xfrm>
          <a:prstGeom prst="ellipse">
            <a:avLst/>
          </a:prstGeom>
          <a:solidFill>
            <a:srgbClr val="5FA83A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2</a:t>
            </a:r>
          </a:p>
        </p:txBody>
      </p:sp>
      <p:sp>
        <p:nvSpPr>
          <p:cNvPr id="11" name="Advantage title 2"/>
          <p:cNvSpPr txBox="1"/>
          <p:nvPr/>
        </p:nvSpPr>
        <p:spPr>
          <a:xfrm>
            <a:off x="5120640" y="1920240"/>
            <a:ext cx="265176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900" b="1" i="0">
                <a:solidFill>
                  <a:srgbClr val="5FA83A"/>
                </a:solidFill>
                <a:latin typeface="Times New Roman"/>
              </a:rPr>
              <a:t>Fast writes</a:t>
            </a:r>
          </a:p>
        </p:txBody>
      </p:sp>
      <p:sp>
        <p:nvSpPr>
          <p:cNvPr id="12" name="Advantage text 2"/>
          <p:cNvSpPr txBox="1"/>
          <p:nvPr/>
        </p:nvSpPr>
        <p:spPr>
          <a:xfrm>
            <a:off x="4480560" y="2606039"/>
            <a:ext cx="320040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Times New Roman"/>
              </a:rPr>
              <a:t>Sequential appends and in-memory inserts avoid random disk I/O</a:t>
            </a:r>
          </a:p>
        </p:txBody>
      </p:sp>
      <p:sp>
        <p:nvSpPr>
          <p:cNvPr id="13" name="Advantage card 3"/>
          <p:cNvSpPr/>
          <p:nvPr/>
        </p:nvSpPr>
        <p:spPr>
          <a:xfrm>
            <a:off x="8092440" y="1737360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FBE3D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Badge 3"/>
          <p:cNvSpPr/>
          <p:nvPr/>
        </p:nvSpPr>
        <p:spPr>
          <a:xfrm>
            <a:off x="8275320" y="1920240"/>
            <a:ext cx="548640" cy="548640"/>
          </a:xfrm>
          <a:prstGeom prst="ellipse">
            <a:avLst/>
          </a:prstGeom>
          <a:solidFill>
            <a:srgbClr val="E8643A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3</a:t>
            </a:r>
          </a:p>
        </p:txBody>
      </p:sp>
      <p:sp>
        <p:nvSpPr>
          <p:cNvPr id="15" name="Advantage title 3"/>
          <p:cNvSpPr txBox="1"/>
          <p:nvPr/>
        </p:nvSpPr>
        <p:spPr>
          <a:xfrm>
            <a:off x="8915400" y="1920240"/>
            <a:ext cx="265176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900" b="1" i="0">
                <a:solidFill>
                  <a:srgbClr val="E8643A"/>
                </a:solidFill>
                <a:latin typeface="Times New Roman"/>
              </a:rPr>
              <a:t>Integrity checks</a:t>
            </a:r>
          </a:p>
        </p:txBody>
      </p:sp>
      <p:sp>
        <p:nvSpPr>
          <p:cNvPr id="16" name="Advantage text 3"/>
          <p:cNvSpPr txBox="1"/>
          <p:nvPr/>
        </p:nvSpPr>
        <p:spPr>
          <a:xfrm>
            <a:off x="8275320" y="2606039"/>
            <a:ext cx="320040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Times New Roman"/>
              </a:rPr>
              <a:t>CRC32C on WAL records, blocks, index and manifest detects corruption</a:t>
            </a:r>
          </a:p>
        </p:txBody>
      </p:sp>
      <p:sp>
        <p:nvSpPr>
          <p:cNvPr id="17" name="Advantage card 4"/>
          <p:cNvSpPr/>
          <p:nvPr/>
        </p:nvSpPr>
        <p:spPr>
          <a:xfrm>
            <a:off x="502920" y="4069079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DDE3EE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Badge 4"/>
          <p:cNvSpPr/>
          <p:nvPr/>
        </p:nvSpPr>
        <p:spPr>
          <a:xfrm>
            <a:off x="685800" y="4251959"/>
            <a:ext cx="548640" cy="548640"/>
          </a:xfrm>
          <a:prstGeom prst="ellipse">
            <a:avLst/>
          </a:prstGeom>
          <a:solidFill>
            <a:srgbClr val="0B2A5B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4</a:t>
            </a:r>
          </a:p>
        </p:txBody>
      </p:sp>
      <p:sp>
        <p:nvSpPr>
          <p:cNvPr id="19" name="Advantage title 4"/>
          <p:cNvSpPr txBox="1"/>
          <p:nvPr/>
        </p:nvSpPr>
        <p:spPr>
          <a:xfrm>
            <a:off x="1325880" y="4251959"/>
            <a:ext cx="265176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900" b="1" i="0">
                <a:solidFill>
                  <a:srgbClr val="0B2A5B"/>
                </a:solidFill>
                <a:latin typeface="Times New Roman"/>
              </a:rPr>
              <a:t>Bounded space</a:t>
            </a:r>
          </a:p>
        </p:txBody>
      </p:sp>
      <p:sp>
        <p:nvSpPr>
          <p:cNvPr id="20" name="Advantage text 4"/>
          <p:cNvSpPr txBox="1"/>
          <p:nvPr/>
        </p:nvSpPr>
        <p:spPr>
          <a:xfrm>
            <a:off x="685800" y="4937759"/>
            <a:ext cx="320040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Times New Roman"/>
              </a:rPr>
              <a:t>Background compaction removes stale versions and tombstones</a:t>
            </a:r>
          </a:p>
        </p:txBody>
      </p:sp>
      <p:sp>
        <p:nvSpPr>
          <p:cNvPr id="21" name="Advantage card 5"/>
          <p:cNvSpPr/>
          <p:nvPr/>
        </p:nvSpPr>
        <p:spPr>
          <a:xfrm>
            <a:off x="4297680" y="4069079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DCEBF5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Badge 5"/>
          <p:cNvSpPr/>
          <p:nvPr/>
        </p:nvSpPr>
        <p:spPr>
          <a:xfrm>
            <a:off x="4480560" y="4251959"/>
            <a:ext cx="548640" cy="548640"/>
          </a:xfrm>
          <a:prstGeom prst="ellipse">
            <a:avLst/>
          </a:prstGeom>
          <a:solidFill>
            <a:srgbClr val="1F7AA8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5</a:t>
            </a:r>
          </a:p>
        </p:txBody>
      </p:sp>
      <p:sp>
        <p:nvSpPr>
          <p:cNvPr id="23" name="Advantage title 5"/>
          <p:cNvSpPr txBox="1"/>
          <p:nvPr/>
        </p:nvSpPr>
        <p:spPr>
          <a:xfrm>
            <a:off x="5120640" y="4251959"/>
            <a:ext cx="265176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900" b="1" i="0">
                <a:solidFill>
                  <a:srgbClr val="1F7AA8"/>
                </a:solidFill>
                <a:latin typeface="Times New Roman"/>
              </a:rPr>
              <a:t>Verifiable</a:t>
            </a:r>
          </a:p>
        </p:txBody>
      </p:sp>
      <p:sp>
        <p:nvSpPr>
          <p:cNvPr id="24" name="Advantage text 5"/>
          <p:cNvSpPr txBox="1"/>
          <p:nvPr/>
        </p:nvSpPr>
        <p:spPr>
          <a:xfrm>
            <a:off x="4480560" y="4937759"/>
            <a:ext cx="320040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Times New Roman"/>
              </a:rPr>
              <a:t>Seeded crash tests, sanitizers and an 80 percent coverage target</a:t>
            </a:r>
          </a:p>
        </p:txBody>
      </p:sp>
      <p:sp>
        <p:nvSpPr>
          <p:cNvPr id="25" name="Advantage card 6"/>
          <p:cNvSpPr/>
          <p:nvPr/>
        </p:nvSpPr>
        <p:spPr>
          <a:xfrm>
            <a:off x="8092440" y="4069079"/>
            <a:ext cx="3566160" cy="2103120"/>
          </a:xfrm>
          <a:prstGeom prst="roundRect">
            <a:avLst>
              <a:gd name="adj" fmla="val 6000"/>
            </a:avLst>
          </a:prstGeom>
          <a:solidFill>
            <a:srgbClr val="E3F1DA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Badge 6"/>
          <p:cNvSpPr/>
          <p:nvPr/>
        </p:nvSpPr>
        <p:spPr>
          <a:xfrm>
            <a:off x="8275320" y="4251959"/>
            <a:ext cx="548640" cy="548640"/>
          </a:xfrm>
          <a:prstGeom prst="ellipse">
            <a:avLst/>
          </a:prstGeom>
          <a:solidFill>
            <a:srgbClr val="5FA83A"/>
          </a:solidFill>
          <a:ln>
            <a:noFill/>
          </a:ln>
        </p:spPr>
        <p:txBody>
          <a:bodyPr wrap="square" lIns="0" tIns="36576" rIns="0" bIns="36576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Times New Roman"/>
              </a:rPr>
              <a:t>6</a:t>
            </a:r>
          </a:p>
        </p:txBody>
      </p:sp>
      <p:sp>
        <p:nvSpPr>
          <p:cNvPr id="27" name="Advantage title 6"/>
          <p:cNvSpPr txBox="1"/>
          <p:nvPr/>
        </p:nvSpPr>
        <p:spPr>
          <a:xfrm>
            <a:off x="8915400" y="4251959"/>
            <a:ext cx="2651760" cy="54864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900" b="1" i="0">
                <a:solidFill>
                  <a:srgbClr val="5FA83A"/>
                </a:solidFill>
                <a:latin typeface="Times New Roman"/>
              </a:rPr>
              <a:t>Embeddable and open</a:t>
            </a:r>
          </a:p>
        </p:txBody>
      </p:sp>
      <p:sp>
        <p:nvSpPr>
          <p:cNvPr id="28" name="Advantage text 6"/>
          <p:cNvSpPr txBox="1"/>
          <p:nvPr/>
        </p:nvSpPr>
        <p:spPr>
          <a:xfrm>
            <a:off x="8275320" y="4937759"/>
            <a:ext cx="3200400" cy="11887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600" b="0" i="0">
                <a:solidFill>
                  <a:srgbClr val="000000"/>
                </a:solidFill>
                <a:latin typeface="Times New Roman"/>
              </a:rPr>
              <a:t>Small C++17 library with a clean Db API, built with free open-source tools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400049"/>
            <a:ext cx="9006840" cy="1171575"/>
          </a:xfrm>
        </p:spPr>
        <p:txBody>
          <a:bodyPr anchor="ctr"/>
          <a:lstStyle/>
          <a:p>
            <a:pPr algn="ctr"/>
            <a:r>
              <a:rPr sz="3200" b="1" i="0">
                <a:solidFill>
                  <a:srgbClr val="000000"/>
                </a:solidFill>
                <a:latin typeface="Times New Roman"/>
              </a:rPr>
              <a:t>CONCLUSION</a:t>
            </a:r>
          </a:p>
        </p:txBody>
      </p:sp>
      <p:pic>
        <p:nvPicPr>
          <p:cNvPr id="3" name="Logo SE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52" y="191626"/>
            <a:ext cx="1135117" cy="1342883"/>
          </a:xfrm>
          <a:prstGeom prst="rect">
            <a:avLst/>
          </a:prstGeom>
        </p:spPr>
      </p:pic>
      <p:pic>
        <p:nvPicPr>
          <p:cNvPr id="4" name="Logo SIMATS" descr="imag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4231" y="191626"/>
            <a:ext cx="1520114" cy="1342883"/>
          </a:xfrm>
          <a:prstGeom prst="rect">
            <a:avLst/>
          </a:prstGeom>
        </p:spPr>
      </p:pic>
      <p:sp>
        <p:nvSpPr>
          <p:cNvPr id="5" name="Bullets"/>
          <p:cNvSpPr txBox="1"/>
          <p:nvPr/>
        </p:nvSpPr>
        <p:spPr>
          <a:xfrm>
            <a:off x="548640" y="1737360"/>
            <a:ext cx="6492240" cy="45720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marL="285750" indent="-285750" algn="l">
              <a:spcAft>
                <a:spcPts val="14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The C++17 engine combines a checksummed WAL, skip-list MemTable, SSTables and background compaction.</a:t>
            </a:r>
          </a:p>
          <a:p>
            <a:pPr marL="285750" indent="-285750" algn="l">
              <a:spcAft>
                <a:spcPts val="14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Crash safety is verified with fault injection and seeded crash tests, not assumed.</a:t>
            </a:r>
          </a:p>
          <a:p>
            <a:pPr marL="285750" indent="-285750" algn="l">
              <a:spcAft>
                <a:spcPts val="14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A C++-only web console and benchmark harness make behaviour visible and measurable.</a:t>
            </a:r>
          </a:p>
          <a:p>
            <a:pPr marL="285750" indent="-285750" algn="l">
              <a:spcAft>
                <a:spcPts val="1400"/>
              </a:spcAft>
              <a:buFont typeface="Arial"/>
              <a:buChar char="•"/>
            </a:pPr>
            <a:r>
              <a:rPr sz="2000" b="0" i="0">
                <a:solidFill>
                  <a:srgbClr val="000000"/>
                </a:solidFill>
                <a:latin typeface="Times New Roman"/>
              </a:rPr>
              <a:t>Outcome: a small, testable, documented storage engine that the team can extend.</a:t>
            </a:r>
          </a:p>
        </p:txBody>
      </p:sp>
      <p:sp>
        <p:nvSpPr>
          <p:cNvPr id="6" name="Stat card 1"/>
          <p:cNvSpPr/>
          <p:nvPr/>
        </p:nvSpPr>
        <p:spPr>
          <a:xfrm>
            <a:off x="7406640" y="1783080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Stat value 1"/>
          <p:cNvSpPr txBox="1"/>
          <p:nvPr/>
        </p:nvSpPr>
        <p:spPr>
          <a:xfrm>
            <a:off x="7452360" y="1965960"/>
            <a:ext cx="201168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4400" b="1" i="0">
                <a:solidFill>
                  <a:srgbClr val="1F7AA8"/>
                </a:solidFill>
                <a:latin typeface="Times New Roman"/>
              </a:rPr>
              <a:t>4</a:t>
            </a:r>
          </a:p>
        </p:txBody>
      </p:sp>
      <p:sp>
        <p:nvSpPr>
          <p:cNvPr id="8" name="Stat label 1"/>
          <p:cNvSpPr txBox="1"/>
          <p:nvPr/>
        </p:nvSpPr>
        <p:spPr>
          <a:xfrm>
            <a:off x="7498079" y="2834639"/>
            <a:ext cx="19202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Times New Roman"/>
              </a:rPr>
              <a:t>modules, one per team member</a:t>
            </a:r>
          </a:p>
        </p:txBody>
      </p:sp>
      <p:sp>
        <p:nvSpPr>
          <p:cNvPr id="9" name="Stat card 2"/>
          <p:cNvSpPr/>
          <p:nvPr/>
        </p:nvSpPr>
        <p:spPr>
          <a:xfrm>
            <a:off x="9646920" y="1783080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Stat value 2"/>
          <p:cNvSpPr txBox="1"/>
          <p:nvPr/>
        </p:nvSpPr>
        <p:spPr>
          <a:xfrm>
            <a:off x="9692640" y="1965960"/>
            <a:ext cx="201168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4400" b="1" i="0">
                <a:solidFill>
                  <a:srgbClr val="5FA83A"/>
                </a:solidFill>
                <a:latin typeface="Times New Roman"/>
              </a:rPr>
              <a:t>12</a:t>
            </a:r>
          </a:p>
        </p:txBody>
      </p:sp>
      <p:sp>
        <p:nvSpPr>
          <p:cNvPr id="11" name="Stat label 2"/>
          <p:cNvSpPr txBox="1"/>
          <p:nvPr/>
        </p:nvSpPr>
        <p:spPr>
          <a:xfrm>
            <a:off x="9738360" y="2834639"/>
            <a:ext cx="19202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Times New Roman"/>
              </a:rPr>
              <a:t>week development plan</a:t>
            </a:r>
          </a:p>
        </p:txBody>
      </p:sp>
      <p:sp>
        <p:nvSpPr>
          <p:cNvPr id="12" name="Stat card 3"/>
          <p:cNvSpPr/>
          <p:nvPr/>
        </p:nvSpPr>
        <p:spPr>
          <a:xfrm>
            <a:off x="7406640" y="3977639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Stat value 3"/>
          <p:cNvSpPr txBox="1"/>
          <p:nvPr/>
        </p:nvSpPr>
        <p:spPr>
          <a:xfrm>
            <a:off x="7452360" y="4160520"/>
            <a:ext cx="201168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4400" b="1" i="0">
                <a:solidFill>
                  <a:srgbClr val="E8643A"/>
                </a:solidFill>
                <a:latin typeface="Times New Roman"/>
              </a:rPr>
              <a:t>80%</a:t>
            </a:r>
          </a:p>
        </p:txBody>
      </p:sp>
      <p:sp>
        <p:nvSpPr>
          <p:cNvPr id="14" name="Stat label 3"/>
          <p:cNvSpPr txBox="1"/>
          <p:nvPr/>
        </p:nvSpPr>
        <p:spPr>
          <a:xfrm>
            <a:off x="7498079" y="5029200"/>
            <a:ext cx="19202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Times New Roman"/>
              </a:rPr>
              <a:t>line coverage target</a:t>
            </a:r>
          </a:p>
        </p:txBody>
      </p:sp>
      <p:sp>
        <p:nvSpPr>
          <p:cNvPr id="15" name="Stat card 4"/>
          <p:cNvSpPr/>
          <p:nvPr/>
        </p:nvSpPr>
        <p:spPr>
          <a:xfrm>
            <a:off x="9646920" y="3977639"/>
            <a:ext cx="2103120" cy="2011680"/>
          </a:xfrm>
          <a:prstGeom prst="roundRect">
            <a:avLst>
              <a:gd name="adj" fmla="val 8000"/>
            </a:avLst>
          </a:prstGeom>
          <a:solidFill>
            <a:srgbClr val="F2F2F2"/>
          </a:solidFill>
          <a:ln>
            <a:noFill/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Stat value 4"/>
          <p:cNvSpPr txBox="1"/>
          <p:nvPr/>
        </p:nvSpPr>
        <p:spPr>
          <a:xfrm>
            <a:off x="9692640" y="4160520"/>
            <a:ext cx="2011680" cy="8229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4400" b="1" i="0">
                <a:solidFill>
                  <a:srgbClr val="0B2A5B"/>
                </a:solidFill>
                <a:latin typeface="Times New Roman"/>
              </a:rPr>
              <a:t>1000</a:t>
            </a:r>
          </a:p>
        </p:txBody>
      </p:sp>
      <p:sp>
        <p:nvSpPr>
          <p:cNvPr id="17" name="Stat label 4"/>
          <p:cNvSpPr txBox="1"/>
          <p:nvPr/>
        </p:nvSpPr>
        <p:spPr>
          <a:xfrm>
            <a:off x="9738360" y="5029200"/>
            <a:ext cx="192024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500" b="0" i="0">
                <a:solidFill>
                  <a:srgbClr val="000000"/>
                </a:solidFill>
                <a:latin typeface="Times New Roman"/>
              </a:rPr>
              <a:t>seeded crash runs planned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1"/>
          <p:cNvSpPr txBox="1"/>
          <p:nvPr/>
        </p:nvSpPr>
        <p:spPr>
          <a:xfrm>
            <a:off x="1740617" y="2374183"/>
            <a:ext cx="8858250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200" dirty="0">
                <a:solidFill>
                  <a:schemeClr val="dk1"/>
                </a:solidFill>
                <a:latin typeface="Algerian" panose="04020705040A02060702" pitchFamily="82" charset="0"/>
                <a:ea typeface="Times New Roman" panose="02020603050405020304"/>
                <a:cs typeface="Times New Roman Regular" panose="02020503050405090304" charset="0"/>
                <a:sym typeface="Times New Roman" panose="02020603050405020304"/>
              </a:rPr>
              <a:t>THANK YOU</a:t>
            </a:r>
            <a:endParaRPr sz="7200" dirty="0">
              <a:latin typeface="Algerian" panose="04020705040A02060702" pitchFamily="82" charset="0"/>
              <a:cs typeface="Times New Roman Regular" panose="02020503050405090304" charset="0"/>
            </a:endParaRPr>
          </a:p>
        </p:txBody>
      </p:sp>
      <p:sp>
        <p:nvSpPr>
          <p:cNvPr id="245" name="Closing line"/>
          <p:cNvSpPr txBox="1"/>
          <p:nvPr/>
        </p:nvSpPr>
        <p:spPr>
          <a:xfrm>
            <a:off x="1828800" y="4480560"/>
            <a:ext cx="8531352" cy="48628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endParaRPr sz="2800" b="1" i="0" dirty="0">
              <a:solidFill>
                <a:srgbClr val="0B2A5B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856</Words>
  <Application>Microsoft Office PowerPoint</Application>
  <PresentationFormat>Widescreen</PresentationFormat>
  <Paragraphs>131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Algerian</vt:lpstr>
      <vt:lpstr>Arial</vt:lpstr>
      <vt:lpstr>Calibri</vt:lpstr>
      <vt:lpstr>Times New Roman</vt:lpstr>
      <vt:lpstr>Office Theme</vt:lpstr>
      <vt:lpstr>EMBEDDABLE LSM-TREE STORAGE ENGINE   DSA 0105-Object Oriented Programming With C++</vt:lpstr>
      <vt:lpstr>ABSTRACT</vt:lpstr>
      <vt:lpstr>PROBLEM STATEMENT</vt:lpstr>
      <vt:lpstr>OBJECTIVES</vt:lpstr>
      <vt:lpstr>PROPOSED SYSTEM</vt:lpstr>
      <vt:lpstr>SYSTEM ARCHITECTURE DIAGRAM</vt:lpstr>
      <vt:lpstr>MODULE 1: MEMTABLE AND WAL</vt:lpstr>
      <vt:lpstr>MODULE 2: SSTABLE WRITER AND READER</vt:lpstr>
      <vt:lpstr>MODULE 3: COMPACTION ENGINE</vt:lpstr>
      <vt:lpstr>MODULE 4: BENCHMARK AND FAULT INJECTION</vt:lpstr>
      <vt:lpstr>SAMPLE OUTPUT</vt:lpstr>
      <vt:lpstr>ADVANTAGES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Web-Based E-Healthcare System with Appointment Cancellation and Refund Feature</dc:title>
  <dc:creator>ARMURI PRADEEP</dc:creator>
  <cp:lastModifiedBy>sanjay reddy</cp:lastModifiedBy>
  <cp:revision>22</cp:revision>
  <dcterms:created xsi:type="dcterms:W3CDTF">2026-06-25T04:31:00Z</dcterms:created>
  <dcterms:modified xsi:type="dcterms:W3CDTF">2026-10-26T02:43:09Z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10F029C662D448A894376285F34B6B62_13</vt:lpwstr>
  </property>
  <property fmtid="{D5CDD505-2E9C-101B-9397-08002B2CF9AE}" pid="3" name="KSOProductBuildVer">
    <vt:lpwstr>1033-12.1.0.26880</vt:lpwstr>
  </property>
</Properties>
</file>